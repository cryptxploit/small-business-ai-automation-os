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CLIENT PITCH  •  SLIDE 01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Why Clients Choose Us: Our AI-Powered Operational Excellence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Combining 60-Second Responsiveness with Master Human Craftsmanship and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The Best of Both Worlds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Instant digital speed for scheduling, status updates, proposals, and billing.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100% human expertise for your actual service delivery, strategy, and care.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dropped balls, zero unreturned phone calls, and zero billing surprises.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Our 4 Client Guarantees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1. &lt; 60-Second Response Guarantee on every inquiry.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2. &lt; 15-Minute Transparent 3-Option Proposal after site/discovery review.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3. Same-Day Zero-Drop Onboarding Portal &amp; Milestone Tracker.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4. &lt; 15-Minute Direct Human Manager Escalation whenever you need 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Proven Track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4.92 / 5.00 Verified Client Satisfaction Score.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98.4% On-Time Milestone Delivery Rate.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Trusted by hundreds of local and commercial clients.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Our Promise: Technology handles the waiting and paperwork so our specialists focus 100% on your project.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SPEED COMMITMENT  •  SLIDE 02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Guarantee #1: Our 60-Second Response &amp; Scheduling Concierge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You Never Wait Hours or Days for a Call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Instant Omnichannel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Reach us by phone, text message, web form, or email 24/7.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Our routing engine acknowledges your request in under 60 seconds.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Immediate direct calendar access to lock in your preferred time slot.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Zero Phone-Tag Frustration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If our specialists are with a client when you call, our SMS concierge texts you within 15 seconds.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Share photos, project notes, or urgent timing right in the text thread.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Our team arrives already briefed on your exact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Emergency Priority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Urgent or time-critical requests are automatically flagged Priority 1.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Pages our on-call lead immediately for same-day dispatch.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Book your consultation or service slot in 60 seconds flat without playing phone tag.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TRANSPARENT QUOTING  •  SLIDE 03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Guarantee #2: Transparent 3-Option Proposals in 15 Minutes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Clear Good-Better-Best Pricing with Zero Hidden Fees or Guesswork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 Clear Options Every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Option A (Essential Scope): Solves your immediate core requirement.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Option B (Recommended Complete Solution): Best long-term value &amp; warranty.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Option C (VIP Priority Turnkey): Maximum coverage &amp; expedited delivery.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Locked Pricebook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quote is generated from our audited, deterministic SKU pricebook.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Two clients with the same scope always receive the exact same fair price.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proposal is verified and signed off by a senior human estimator.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1-Click Digital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Select your preferred tier, sign electronically on your phone, and lock in your schedule in 30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Written, itemized 3-option proposals delivered the same day so you can decide with confidence.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ZERO-DROP ONBOARDING  •  SLIDE 04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Guarantee #3: Frictionless Same-Day Onboarding &amp; Live Tracking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From Deposit to Kickoff in Hours—Never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Instant Welcome &amp;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The moment you approve your proposal, your dedicated client folder and project board are provisioned automatically.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You receive a single clean welcome packet with your timeline and named project lead.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Smart Pre-Filled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We never ask you to re-type information you already shared during discovery.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Our intake form comes pre-populated with your project details—you simply confirm or snap a quick photo.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Proactive Milestone Pulses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Whenever your project hits a major milestone, you receive an automatic status summary showing what is done and what happens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You always know the exact status of your project without ever having to chase us for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24/7 SUPPORT SHIELD  •  SLIDE 05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Guarantee #4: 24/7 Instant Answers + 15-Minute Human Escalation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Our 3-Tier Support Shield Protects Your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Instant Answers at Midnight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Need an invoice copy, appointment confirmation, or preparation checklist at 10:00 PM?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Our grounded support concierge answers routine questions in under 45 seconds 24/7.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Direct Human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Prefer to speak with a person or have a complex custom request?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Reply 'HUMAN' or call our direct line at any time—our system routes you straight to your account manager.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Zero-Bot-Loop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We never trap clients in frustrating chatbot loops.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Any complex question or concern is escalated to a senior manager within 15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Instant self-serve speed for simple requests; immediate human leadership for complex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QUALITY &amp; SAFETY  •  SLIDE 06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Human-in-the-Loop Quality Assurance &amp; Data Privacy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Enterprise-Grade Security for Your Business and Personal 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T.R.A.V. Quality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technical deliverable, scope adjustment, and financial document passes through a mandatory human quality gate.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We combine checklist precision with experienced human judgment.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Strict Data Privacy &amp;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All payments process through PCI-compliant encrypted checkout links (Stripe/Square/QuickBooks).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Your confidential documents and records are stored in access-controlled workspaces and never shared or used to train public AI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7-Block SOP 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member of our crew follows our documented 7-Block Standard Operating Procedures with binary Definitions of Done.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Consistent 5-star quality on every visit, backed by enterprise data privacy.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CLEAR BILLING  •  SLIDE 07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Stress-Free Itemized Billing &amp; Executive Value Reporting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Transparent Invoicing and Monthly ROI Digests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Plain-English Itemized Invoices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invoice includes a clear summary of work completed, verified dates, and matched quote line items.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Pay in 1 click via ACH bank transfer, corporate card, Apple Pay, or Google Pay.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Monthly Executive Value Digest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For ongoing retainer and maintenance clients, we send a 1-page Executive Value Digest on the 28th of every month.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Highlights completed deliverables, metrics achieved, and next month's priorities.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Proactive Warranty &amp; Recall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Our calendar tracks your warranty dates and seasonal maintenance windows so your equipment or systems stay protected year-round.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Client Benefit: Zero billing surprises and documented proof of value delivered every single month.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CASE STUDIES  •  SLIDE 08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Verified Client Results Across Our Service Verticals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Real Outcomes Delivered by Our Operating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Commercial &amp; Trade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Cut average project mobilization time from 9 days down to 24 hours.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99.2% first-visit completion rate due to pre-visit photo &amp; spec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Professional &amp; B2B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100% on-time filing and launch record via automated document completeness tracking.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Clients save an average of 6.5 hours/month in coordination emails.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Customer Care &amp; Satisfaction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Over 200+ verified 5-star reviews praising our communication speed, transparency, and professionalism.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Proven Results: Faster turnaround, clearer communication, and higher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PARTNER INTEGRATION  •  SLIDE 09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We Integrate Smoothly with Commercial &amp; Strategic Partners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Co-Branded Workflows for Property Managers, Referrers, and B2B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Dedicated Partner Webhook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Send work orders or client referrals via email, shared form, or webhook.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Automatic instant confirmation sent to both your coordinator and the end client in &lt;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Automated Status Loop-Back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Your team receives automatic notifications when the appointment is booked, when work is completed, and when final photos/reports are uploaded.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Consolidated Monthly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Single monthly SLA performance and consolidated billing statement for multi-site or multi-referral partners.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Partner Advantage: Hand off work orders with 100% confidence that we will make you look great.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03 • NEXT STEPS  •  SLIDE 10 OF 10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Ready to Get Started? Your 3-Step Onboarding Roadmap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We Launch Together This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1: Select Your 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Review your 3-Option Proposal (Essential, Recommended, or VIP Priority).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Click the digital approval link to lock in your selected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2: 3-Minute Smart 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Complete your pre-filled onboarding checklist and confirm your preferred kickoff slot.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Your dedicated account lead reviews your file the same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3: Kickoff &amp;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Join your 15-minute kickoff call with your project lead.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Receive live milestone updates through completion and final sign-off.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Contact Us Today: Scan or click your proposal link to lock in your kickoff window in 60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